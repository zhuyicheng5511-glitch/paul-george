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093" autoAdjust="0"/>
  </p:normalViewPr>
  <p:slideViewPr>
    <p:cSldViewPr snapToGrid="0" showGuides="1">
      <p:cViewPr varScale="1">
        <p:scale>
          <a:sx n="64" d="100"/>
          <a:sy n="64" d="100"/>
        </p:scale>
        <p:origin x="137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C1907-3DA9-4017-9897-A4FB0F60F7EE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24D00-AAB9-4B2B-A335-EB0BDF942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25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IDENTITY</a:t>
            </a:r>
            <a:r>
              <a:rPr lang="zh-CN" altLang="en-US" dirty="0"/>
              <a:t>是自增列，不要求，大家要知道。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24D00-AAB9-4B2B-A335-EB0BDF9423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7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跟课本不一样的是对这个约束取了名字。有的系统可能是随机名字。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24D00-AAB9-4B2B-A335-EB0BDF9423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000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书本都有给语句，大家看一下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24D00-AAB9-4B2B-A335-EB0BDF9423A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640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DELETE CASCADE</a:t>
            </a:r>
            <a:r>
              <a:rPr lang="zh-CN" altLang="en-US" dirty="0"/>
              <a:t> 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外键约束的级联删除选项</a:t>
            </a:r>
            <a:r>
              <a:rPr lang="zh-CN" altLang="en-US" dirty="0"/>
              <a:t>，作用是：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当父表（被引用表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）中的某条记录被删除时，自动级联删除子表（引用表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）中所有关联的记录</a:t>
            </a:r>
            <a:r>
              <a:rPr lang="zh-CN" altLang="en-US" dirty="0"/>
              <a:t>，无需手动删除子表数据。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24D00-AAB9-4B2B-A335-EB0BDF9423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532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BY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排序时，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值会被视为「最小」的值</a:t>
            </a:r>
            <a:r>
              <a:rPr lang="zh-CN" altLang="en-US"/>
              <a:t>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24D00-AAB9-4B2B-A335-EB0BDF9423A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988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A36BF-808F-E414-D898-F0A98493C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4 </a:t>
            </a:r>
            <a:r>
              <a:rPr lang="zh-CN" altLang="en-US" dirty="0"/>
              <a:t>完整性约束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72E8D5-BD73-AF86-B86F-E4DCCE09D6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99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8E37551-8652-179A-84E5-28170AB04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1" y="136010"/>
            <a:ext cx="9347457" cy="4600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989B45-201B-834B-6E1A-26EBE5284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06" y="4827900"/>
            <a:ext cx="3840813" cy="16765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95A7A39-C22C-444D-E891-4BB2E0A5A973}"/>
              </a:ext>
            </a:extLst>
          </p:cNvPr>
          <p:cNvSpPr/>
          <p:nvPr/>
        </p:nvSpPr>
        <p:spPr>
          <a:xfrm>
            <a:off x="604411" y="136010"/>
            <a:ext cx="10359383" cy="65859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70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9A0D98-9896-9864-9AE2-F18D14E28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79" y="691612"/>
            <a:ext cx="9259102" cy="2438611"/>
          </a:xfrm>
          <a:prstGeom prst="rect">
            <a:avLst/>
          </a:prstGeom>
        </p:spPr>
      </p:pic>
      <p:sp>
        <p:nvSpPr>
          <p:cNvPr id="6" name="乘号 5">
            <a:extLst>
              <a:ext uri="{FF2B5EF4-FFF2-40B4-BE49-F238E27FC236}">
                <a16:creationId xmlns:a16="http://schemas.microsoft.com/office/drawing/2014/main" id="{5D7F42FA-B09C-29CF-8621-A9242D418E0A}"/>
              </a:ext>
            </a:extLst>
          </p:cNvPr>
          <p:cNvSpPr/>
          <p:nvPr/>
        </p:nvSpPr>
        <p:spPr>
          <a:xfrm>
            <a:off x="9372600" y="1429654"/>
            <a:ext cx="565484" cy="48126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205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A92085-D1DB-1852-8E19-5184974F7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962" y="756938"/>
            <a:ext cx="8037379" cy="241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5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8C1FA86-2D5D-938D-25CF-5BF480B8B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38" y="675638"/>
            <a:ext cx="9053345" cy="31244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CA7C6D-25E8-530E-C7C0-741D6A12B7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66"/>
          <a:stretch>
            <a:fillRect/>
          </a:stretch>
        </p:blipFill>
        <p:spPr>
          <a:xfrm>
            <a:off x="754202" y="3705726"/>
            <a:ext cx="8710415" cy="170439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81FA2ED-4F1C-1637-B0F4-FDEA1123BF0E}"/>
              </a:ext>
            </a:extLst>
          </p:cNvPr>
          <p:cNvSpPr/>
          <p:nvPr/>
        </p:nvSpPr>
        <p:spPr>
          <a:xfrm>
            <a:off x="604411" y="136010"/>
            <a:ext cx="10359383" cy="5554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5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14123C-D321-789C-962B-458463887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27" y="815793"/>
            <a:ext cx="8824725" cy="34216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B2EB36-CFE6-2299-AFA6-B051A83E2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19" y="4109748"/>
            <a:ext cx="8535140" cy="87637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7175BC3-E953-441F-B540-51ECBF356F24}"/>
              </a:ext>
            </a:extLst>
          </p:cNvPr>
          <p:cNvSpPr/>
          <p:nvPr/>
        </p:nvSpPr>
        <p:spPr>
          <a:xfrm>
            <a:off x="604411" y="136010"/>
            <a:ext cx="10359383" cy="5554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76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C27F6CD-DB91-4467-453D-66A2D643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22" y="1053687"/>
            <a:ext cx="9369221" cy="264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63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3951D-2730-CA12-E3AF-97960EB8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单表数据查询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6AAEB7-21C9-BB1B-C2A9-941DE0BAB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64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C76B5BD-238F-7B16-6CE6-6CD0D84D0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44" y="484855"/>
            <a:ext cx="8893311" cy="502201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A7DD08-705A-1785-C6CC-56BF9D41388C}"/>
              </a:ext>
            </a:extLst>
          </p:cNvPr>
          <p:cNvSpPr/>
          <p:nvPr/>
        </p:nvSpPr>
        <p:spPr>
          <a:xfrm>
            <a:off x="604411" y="136010"/>
            <a:ext cx="10359383" cy="5554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226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5391382-9DB0-A610-D751-5EE52EBB3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58" y="625641"/>
            <a:ext cx="9808367" cy="410276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8FB4384-19AF-F494-9809-AD32AD49F6EB}"/>
              </a:ext>
            </a:extLst>
          </p:cNvPr>
          <p:cNvSpPr/>
          <p:nvPr/>
        </p:nvSpPr>
        <p:spPr>
          <a:xfrm>
            <a:off x="604411" y="136010"/>
            <a:ext cx="10359383" cy="555492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10239D-DB53-1FA6-3D8E-CFC9B557864F}"/>
              </a:ext>
            </a:extLst>
          </p:cNvPr>
          <p:cNvSpPr txBox="1"/>
          <p:nvPr/>
        </p:nvSpPr>
        <p:spPr>
          <a:xfrm>
            <a:off x="6990347" y="90545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B0F0"/>
                </a:solidFill>
              </a:rPr>
              <a:t>本次可选</a:t>
            </a:r>
          </a:p>
        </p:txBody>
      </p:sp>
    </p:spTree>
    <p:extLst>
      <p:ext uri="{BB962C8B-B14F-4D97-AF65-F5344CB8AC3E}">
        <p14:creationId xmlns:p14="http://schemas.microsoft.com/office/powerpoint/2010/main" val="253951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059613-2CD4-F5E2-EE89-AE60EE6F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44" y="1066674"/>
            <a:ext cx="10530714" cy="433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7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3A0336F-6BA1-A979-9573-82E4D379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9" y="646790"/>
            <a:ext cx="10623575" cy="398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10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FAC901-FCE9-0977-BBA8-9AB3CF75D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77" y="993470"/>
            <a:ext cx="10369098" cy="48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0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E1DAFC4-4CCF-78B0-47E2-9E115131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157"/>
          <a:stretch>
            <a:fillRect/>
          </a:stretch>
        </p:blipFill>
        <p:spPr>
          <a:xfrm>
            <a:off x="100933" y="1890862"/>
            <a:ext cx="11489863" cy="35543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28E7D0-869F-7C41-1307-664908C57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34" y="419678"/>
            <a:ext cx="11533603" cy="118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7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9A24F78-676A-30C5-EB09-304D4EF28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8" y="650393"/>
            <a:ext cx="10995646" cy="434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87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C888B0-F391-B38D-79D3-DA9E1FD3E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457" y="3019925"/>
            <a:ext cx="9190027" cy="33447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2F87B8-3E46-9419-45BF-183B15E00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76" y="1731325"/>
            <a:ext cx="10748237" cy="78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86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72375BD-5FD8-F2D7-9230-FA35F775C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39" y="785310"/>
            <a:ext cx="11508314" cy="498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71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D2571A2-AC59-62FD-61A6-4564D9362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98" y="1047622"/>
            <a:ext cx="11362253" cy="419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0490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132</Words>
  <Application>Microsoft Office PowerPoint</Application>
  <PresentationFormat>宽屏</PresentationFormat>
  <Paragraphs>13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Arial</vt:lpstr>
      <vt:lpstr>Calibri</vt:lpstr>
      <vt:lpstr>WPS</vt:lpstr>
      <vt:lpstr>实验4 完整性约束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7.1 单表数据查询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Yilu Chen</dc:creator>
  <cp:lastModifiedBy>Yilu Chen</cp:lastModifiedBy>
  <cp:revision>7</cp:revision>
  <dcterms:created xsi:type="dcterms:W3CDTF">2023-08-09T12:44:00Z</dcterms:created>
  <dcterms:modified xsi:type="dcterms:W3CDTF">2026-04-09T16:54:30Z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